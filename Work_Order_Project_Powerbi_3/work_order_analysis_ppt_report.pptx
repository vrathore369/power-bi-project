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5" r:id="rId10"/>
    <p:sldId id="266" r:id="rId11"/>
    <p:sldId id="263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5" d="100"/>
          <a:sy n="55" d="100"/>
        </p:scale>
        <p:origin x="160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43742"/>
            <a:ext cx="8229600" cy="2155372"/>
          </a:xfrm>
        </p:spPr>
        <p:txBody>
          <a:bodyPr>
            <a:normAutofit/>
          </a:bodyPr>
          <a:lstStyle/>
          <a:p>
            <a:r>
              <a:rPr lang="en-US" dirty="0"/>
              <a:t>Work Order Analysis Dashboard  Power BI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505199"/>
            <a:ext cx="8229600" cy="2620963"/>
          </a:xfrm>
        </p:spPr>
        <p:txBody>
          <a:bodyPr>
            <a:normAutofit lnSpcReduction="10000"/>
          </a:bodyPr>
          <a:lstStyle/>
          <a:p>
            <a:endParaRPr lang="en-IN" dirty="0"/>
          </a:p>
          <a:p>
            <a:r>
              <a:rPr dirty="0"/>
              <a:t>Prepared by: </a:t>
            </a:r>
            <a:r>
              <a:rPr lang="en-IN" dirty="0"/>
              <a:t>Vishal Rathore</a:t>
            </a:r>
          </a:p>
          <a:p>
            <a:r>
              <a:rPr lang="en-IN" dirty="0"/>
              <a:t>Roll No. </a:t>
            </a:r>
            <a:r>
              <a:rPr lang="en-IN"/>
              <a:t>IA00940</a:t>
            </a:r>
            <a:endParaRPr dirty="0"/>
          </a:p>
          <a:p>
            <a:r>
              <a:rPr dirty="0"/>
              <a:t>Summary of operational insights from Work Order dataset.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EA9434-EF92-FE84-7266-0FADE679B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"/>
            <a:ext cx="9144000" cy="14369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57935-BBB2-2BF0-F163-4C9F615E2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Home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A649A-A54A-81CC-EB97-F6D16A877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A24E6E-EDAE-C909-485F-56B772E06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510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dirty="0"/>
              <a:t>Total Work Orders: 1,000</a:t>
            </a:r>
            <a:r>
              <a:rPr lang="en-IN" dirty="0"/>
              <a:t> K</a:t>
            </a:r>
            <a:endParaRPr dirty="0"/>
          </a:p>
          <a:p>
            <a:pPr marL="514350" indent="-514350">
              <a:buFont typeface="+mj-lt"/>
              <a:buAutoNum type="arabicPeriod"/>
            </a:pPr>
            <a:r>
              <a:rPr dirty="0"/>
              <a:t>Average Wait Time: 28.02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Rush Jobs: 10.3%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Total Revenue: </a:t>
            </a:r>
            <a:r>
              <a:rPr lang="en-IN" dirty="0"/>
              <a:t>$</a:t>
            </a:r>
            <a:r>
              <a:rPr dirty="0"/>
              <a:t>23</a:t>
            </a:r>
            <a:r>
              <a:rPr lang="en-IN" dirty="0"/>
              <a:t>6.615</a:t>
            </a:r>
            <a:r>
              <a:rPr dirty="0"/>
              <a:t>K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Insight: Moderate rush demand and stable revenue from service operations.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Type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dirty="0"/>
              <a:t>Assess services have the highest number of work orders.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 Replace and Deliver services are mid‑range.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Repair and Install services are comparatively lower.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 </a:t>
            </a:r>
            <a:r>
              <a:rPr dirty="0"/>
              <a:t>Insight: Demand is concentrated in diagnostic/assessment services.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District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 </a:t>
            </a:r>
            <a:r>
              <a:rPr dirty="0"/>
              <a:t> Central and North districts generate the highest work volume and revenue.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 Southwest and Northeast districts have lower activity.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 </a:t>
            </a:r>
            <a:r>
              <a:rPr dirty="0"/>
              <a:t>Insight: Service demand is geographically concentrated.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Technician &amp; Labor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dirty="0"/>
              <a:t>Most jobs require 1–2 technicians.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Install and Repair require the highest technician average.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Insight: Workforce planning should focus on technician allocation.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Warranty &amp; Payment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dirty="0"/>
              <a:t> Majority of jobs have no warranty.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 Some jobs covered under </a:t>
            </a:r>
            <a:r>
              <a:rPr lang="en-IN" dirty="0"/>
              <a:t>labours work</a:t>
            </a:r>
            <a:r>
              <a:rPr dirty="0"/>
              <a:t> or parts warranty.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 Account and COD are the most used payment methods.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&amp; Revenue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dirty="0"/>
              <a:t>Install and Repair services generate higher </a:t>
            </a:r>
            <a:r>
              <a:rPr lang="en-IN" dirty="0"/>
              <a:t>  </a:t>
            </a:r>
            <a:r>
              <a:rPr dirty="0"/>
              <a:t>costs and revenue.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Deliver services have the lowest operational cost.</a:t>
            </a: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dirty="0"/>
              <a:t>Insight: Profit margins likely highest in mid‑complexity services.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BA02E-3550-64B9-4072-5F7A317FA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Section_1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98D3A8-3A83-47A4-219E-65E6CF9852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199" y="1600200"/>
            <a:ext cx="8229599" cy="498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139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99864-D29E-7049-92A2-CFADD48AE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Section_2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6A6A2A-15EA-F1CA-23FF-06257BC4CE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778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10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37605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dirty="0"/>
              <a:t>• Increase technician allocation in high demand districts.</a:t>
            </a:r>
          </a:p>
          <a:p>
            <a:pPr marL="0" indent="0">
              <a:buNone/>
            </a:pPr>
            <a:r>
              <a:rPr dirty="0"/>
              <a:t>• Promote maintenance packages to reduce rush jobs.</a:t>
            </a:r>
          </a:p>
          <a:p>
            <a:pPr marL="0" indent="0">
              <a:buNone/>
            </a:pPr>
            <a:r>
              <a:rPr dirty="0"/>
              <a:t>• Improve service coverage in low performing districts.</a:t>
            </a:r>
          </a:p>
          <a:p>
            <a:pPr marL="0" indent="0">
              <a:buNone/>
            </a:pPr>
            <a:r>
              <a:rPr dirty="0"/>
              <a:t>• Optimize pricing for high‑cost services like Install and Repair.</a:t>
            </a:r>
          </a:p>
          <a:p>
            <a:pPr marL="0" indent="0">
              <a:buNone/>
            </a:pPr>
            <a:r>
              <a:rPr dirty="0"/>
              <a:t>• Encourage digital payments for faster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292</Words>
  <Application>Microsoft Office PowerPoint</Application>
  <PresentationFormat>On-screen Show (4:3)</PresentationFormat>
  <Paragraphs>52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Work Order Analysis Dashboard  Power BI</vt:lpstr>
      <vt:lpstr>Home Dashboard</vt:lpstr>
      <vt:lpstr>Key KPIs</vt:lpstr>
      <vt:lpstr>Service Type Analysis</vt:lpstr>
      <vt:lpstr>District Performance</vt:lpstr>
      <vt:lpstr>Technician &amp; Labor Analysis</vt:lpstr>
      <vt:lpstr>Warranty &amp; Payment Insights</vt:lpstr>
      <vt:lpstr>Cost &amp; Revenue Insights</vt:lpstr>
      <vt:lpstr>Section_1</vt:lpstr>
      <vt:lpstr>Section_2</vt:lpstr>
      <vt:lpstr>Business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Vishal Rahtore</dc:creator>
  <cp:keywords/>
  <dc:description>generated using python-pptx</dc:description>
  <cp:lastModifiedBy>Vishal Rahtore</cp:lastModifiedBy>
  <cp:revision>3</cp:revision>
  <dcterms:created xsi:type="dcterms:W3CDTF">2013-01-27T09:14:16Z</dcterms:created>
  <dcterms:modified xsi:type="dcterms:W3CDTF">2026-03-08T14:23:15Z</dcterms:modified>
  <cp:category/>
</cp:coreProperties>
</file>