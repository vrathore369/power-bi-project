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3742"/>
            <a:ext cx="8229600" cy="2155372"/>
          </a:xfrm>
        </p:spPr>
        <p:txBody>
          <a:bodyPr>
            <a:normAutofit/>
          </a:bodyPr>
          <a:lstStyle/>
          <a:p>
            <a:r>
              <a:rPr lang="en-IN" dirty="0"/>
              <a:t>HR Analytics </a:t>
            </a:r>
            <a:br>
              <a:rPr lang="en-US" dirty="0"/>
            </a:br>
            <a:r>
              <a:rPr lang="en-US" dirty="0"/>
              <a:t> Dashboard  Power BI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199"/>
            <a:ext cx="8229600" cy="2620963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dirty="0"/>
              <a:t>Prepared by: </a:t>
            </a:r>
            <a:r>
              <a:rPr lang="en-IN" dirty="0"/>
              <a:t>Vishal Rathore</a:t>
            </a:r>
          </a:p>
          <a:p>
            <a:r>
              <a:rPr lang="en-IN" dirty="0"/>
              <a:t>Roll No. IA00940</a:t>
            </a:r>
            <a:endParaRPr dirty="0"/>
          </a:p>
          <a:p>
            <a:r>
              <a:rPr dirty="0"/>
              <a:t>Summary of operational insights from </a:t>
            </a:r>
            <a:r>
              <a:rPr lang="en-IN" dirty="0"/>
              <a:t>HR Analytics</a:t>
            </a:r>
            <a:r>
              <a:rPr dirty="0"/>
              <a:t> dataset.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A9434-EF92-FE84-7266-0FADE679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"/>
            <a:ext cx="9144000" cy="1436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5B876-FA96-316A-901F-E1697C7A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HR-Analytics </a:t>
            </a:r>
            <a:r>
              <a:rPr lang="en-US" dirty="0"/>
              <a:t>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650F8-CD8D-3535-65E4-C372609CC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5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Total Employee Base:</a:t>
            </a:r>
            <a:r>
              <a:rPr lang="en-IN" dirty="0"/>
              <a:t> 1,413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Current Attrition Rate:</a:t>
            </a:r>
            <a:r>
              <a:rPr lang="en-US" dirty="0"/>
              <a:t> 16.17% (229 Employees)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Average Tenure:</a:t>
            </a:r>
            <a:r>
              <a:rPr lang="en-IN" dirty="0"/>
              <a:t> 7.04 Years</a:t>
            </a:r>
            <a:r>
              <a:rPr dirty="0"/>
              <a:t>Total Revenue: </a:t>
            </a:r>
            <a:r>
              <a:rPr lang="en-IN" dirty="0"/>
              <a:t>$</a:t>
            </a:r>
            <a:r>
              <a:rPr dirty="0"/>
              <a:t>23</a:t>
            </a:r>
            <a:r>
              <a:rPr lang="en-IN" dirty="0"/>
              <a:t>6.615</a:t>
            </a:r>
            <a:r>
              <a:rPr dirty="0"/>
              <a:t>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Objective:</a:t>
            </a:r>
            <a:r>
              <a:rPr lang="en-US" dirty="0"/>
              <a:t> To identify high-risk segments and propose data-backed interventions to reduce turnover costs.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Demographic Deep-Dive (Age &amp; Gender)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 "Youth" Factor:</a:t>
            </a:r>
            <a:r>
              <a:rPr lang="en-US" dirty="0"/>
              <a:t> The 18-25 age group shows a disproportionately high attrition rate of </a:t>
            </a:r>
            <a:r>
              <a:rPr lang="en-US" b="1" dirty="0"/>
              <a:t>36.75%</a:t>
            </a:r>
            <a:r>
              <a:rPr dirty="0"/>
              <a:t>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Gender Distribution:</a:t>
            </a:r>
            <a:r>
              <a:rPr lang="en-IN" dirty="0"/>
              <a:t> Male attrition (145) significantly outpaces Female attrition (84)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Financial Correlation (Salary Slabs)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Central and North districts generate the highest work volume and revenue.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 </a:t>
            </a:r>
            <a:r>
              <a:rPr lang="en-US" b="1" dirty="0"/>
              <a:t>The Insight:</a:t>
            </a:r>
            <a:r>
              <a:rPr lang="en-US" dirty="0"/>
              <a:t> Compensation is a primary driver for exit at the entry-level. As salary increases (15k+), attrition drops to near-zero</a:t>
            </a:r>
            <a:r>
              <a:rPr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338571-93D1-07C3-F7A1-E58C7F27C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Turnover is heavily concentrated in the lowest earning bracket (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Upto 5k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accounting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69% of all exits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Departmental Focus (R&amp;D &amp; Sales)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Department Impact:</a:t>
            </a:r>
            <a:endParaRPr lang="en-US" dirty="0"/>
          </a:p>
          <a:p>
            <a:pPr lvl="2"/>
            <a:r>
              <a:rPr lang="en-US" b="1" dirty="0"/>
              <a:t>Research &amp; Development:</a:t>
            </a:r>
            <a:r>
              <a:rPr lang="en-US" dirty="0"/>
              <a:t> 55.46% of total attrition.</a:t>
            </a:r>
          </a:p>
          <a:p>
            <a:pPr lvl="2"/>
            <a:r>
              <a:rPr lang="en-US" b="1" dirty="0"/>
              <a:t>Sales:</a:t>
            </a:r>
            <a:r>
              <a:rPr lang="en-US" dirty="0"/>
              <a:t> 39.3% of total attrition.</a:t>
            </a: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Analysis:</a:t>
            </a:r>
            <a:r>
              <a:rPr lang="en-US" dirty="0"/>
              <a:t> R&amp;D is our largest attrition source despite being a high-value technical department. This suggests a potential misalignment in work-life balance or project </a:t>
            </a:r>
            <a:r>
              <a:rPr lang="en-US" dirty="0" err="1"/>
              <a:t>satisfaction.</a:t>
            </a:r>
            <a:r>
              <a:rPr dirty="0" err="1"/>
              <a:t>Insight</a:t>
            </a:r>
            <a:r>
              <a:rPr dirty="0"/>
              <a:t>: Workforce planning should focus on technician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"Tenure Trap" (Years at Company)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 Data:</a:t>
            </a:r>
            <a:r>
              <a:rPr lang="en-US" dirty="0"/>
              <a:t> A massive spike in exits occurs between </a:t>
            </a:r>
            <a:r>
              <a:rPr lang="en-US" b="1" dirty="0"/>
              <a:t>0–2 years</a:t>
            </a:r>
            <a:r>
              <a:rPr lang="en-US" dirty="0"/>
              <a:t> of service</a:t>
            </a:r>
            <a:r>
              <a:rPr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The Problem:</a:t>
            </a:r>
            <a:r>
              <a:rPr lang="en-US" dirty="0"/>
              <a:t> We are failing to "anchor" new hires during their first 24 months.</a:t>
            </a:r>
            <a:r>
              <a:rPr dirty="0"/>
              <a:t> Account and COD are the most used payment methods.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Secondary Spike:</a:t>
            </a:r>
            <a:r>
              <a:rPr lang="en-US" dirty="0"/>
              <a:t> A smaller exit trend appears at the 10-year mark, suggesting "Mid-Career Plateauing."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Strategic Actions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Immediate (0-3 Months):</a:t>
            </a:r>
            <a:endParaRPr lang="en-US" dirty="0"/>
          </a:p>
          <a:p>
            <a:pPr lvl="2"/>
            <a:r>
              <a:rPr lang="en-US" dirty="0"/>
              <a:t>Revamp the Onboarding Journey to increase engagement in the first 90 days.</a:t>
            </a:r>
          </a:p>
          <a:p>
            <a:pPr lvl="2"/>
            <a:r>
              <a:rPr lang="en-US" dirty="0"/>
              <a:t>Conduct Salary Benchmarking for the "Upto 5k" roles.</a:t>
            </a:r>
          </a:p>
          <a:p>
            <a:pPr marL="914400" lvl="2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Long-Term (6-12 Months):</a:t>
            </a:r>
            <a:endParaRPr lang="en-US" dirty="0"/>
          </a:p>
          <a:p>
            <a:pPr lvl="2"/>
            <a:r>
              <a:rPr lang="en-US" dirty="0"/>
              <a:t>Create "Technical Growth Tracks" for R&amp;D to provide clear promotion paths.</a:t>
            </a:r>
          </a:p>
          <a:p>
            <a:pPr lvl="2"/>
            <a:r>
              <a:rPr lang="en-US" dirty="0"/>
              <a:t>Implement "Stay Interviews" for high-performing employees in the 18-25 age group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BC4C-3874-104D-088C-620DE9BF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Job Role and Satisfaction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8211A8-1865-B6F1-D638-350860922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8933"/>
            <a:ext cx="8229600" cy="446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2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A02E-3550-64B9-4072-5F7A317F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632C5-E899-B4FC-BC6D-F8D0B09DF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2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Summary:</a:t>
            </a:r>
            <a:r>
              <a:rPr lang="en-US" dirty="0"/>
              <a:t> By addressing the 18-25 age group and the 0 -2-year tenure gap, we can potentially reduce overall attrition by </a:t>
            </a:r>
            <a:r>
              <a:rPr lang="en-US" b="1" dirty="0"/>
              <a:t>up to 30%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Final Thought:</a:t>
            </a:r>
            <a:r>
              <a:rPr lang="en-US" dirty="0"/>
              <a:t> "Data tells us what is happening; our strategy decides what happens next."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13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439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HR Analytics   Dashboard  Power BI</vt:lpstr>
      <vt:lpstr>HR-Analytics Dashboard</vt:lpstr>
      <vt:lpstr>Key KPIs</vt:lpstr>
      <vt:lpstr>Demographic Deep-Dive (Age &amp; Gender)</vt:lpstr>
      <vt:lpstr>Financial Correlation (Salary Slabs)</vt:lpstr>
      <vt:lpstr>Departmental Focus (R&amp;D &amp; Sales)</vt:lpstr>
      <vt:lpstr>The "Tenure Trap" (Years at Company)</vt:lpstr>
      <vt:lpstr>Proposed Strategic Actions</vt:lpstr>
      <vt:lpstr>Job Role and Satisfaction Analysis</vt:lpstr>
      <vt:lpstr>Business Recommendations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Rahtore</dc:creator>
  <cp:keywords/>
  <dc:description>generated using python-pptx</dc:description>
  <cp:lastModifiedBy>Vishal Rahtore</cp:lastModifiedBy>
  <cp:revision>4</cp:revision>
  <dcterms:created xsi:type="dcterms:W3CDTF">2013-01-27T09:14:16Z</dcterms:created>
  <dcterms:modified xsi:type="dcterms:W3CDTF">2026-03-08T15:29:10Z</dcterms:modified>
  <cp:category/>
</cp:coreProperties>
</file>